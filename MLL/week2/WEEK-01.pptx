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BDB76-B73B-4FF6-B91F-2BF9468B3DD5}" v="38" dt="2026-07-25T05:16:27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ja Attigeri [MAHE-MIT]" userId="1332c2fe-6edb-4c65-b06b-ad1adbc6cf1c" providerId="ADAL" clId="{7F368162-6DF0-4BEC-BA52-A5C689B503F5}"/>
    <pc:docChg chg="undo redo custSel modSld">
      <pc:chgData name="Girija Attigeri [MAHE-MIT]" userId="1332c2fe-6edb-4c65-b06b-ad1adbc6cf1c" providerId="ADAL" clId="{7F368162-6DF0-4BEC-BA52-A5C689B503F5}" dt="2026-07-25T05:17:55.649" v="109" actId="1076"/>
      <pc:docMkLst>
        <pc:docMk/>
      </pc:docMkLst>
      <pc:sldChg chg="addSp modSp mod setBg">
        <pc:chgData name="Girija Attigeri [MAHE-MIT]" userId="1332c2fe-6edb-4c65-b06b-ad1adbc6cf1c" providerId="ADAL" clId="{7F368162-6DF0-4BEC-BA52-A5C689B503F5}" dt="2026-07-25T05:09:04.289" v="6" actId="2711"/>
        <pc:sldMkLst>
          <pc:docMk/>
          <pc:sldMk cId="468405176" sldId="256"/>
        </pc:sldMkLst>
        <pc:spChg chg="mod">
          <ac:chgData name="Girija Attigeri [MAHE-MIT]" userId="1332c2fe-6edb-4c65-b06b-ad1adbc6cf1c" providerId="ADAL" clId="{7F368162-6DF0-4BEC-BA52-A5C689B503F5}" dt="2026-07-25T05:09:04.289" v="6" actId="2711"/>
          <ac:spMkLst>
            <pc:docMk/>
            <pc:sldMk cId="468405176" sldId="256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09:04.289" v="6" actId="2711"/>
          <ac:spMkLst>
            <pc:docMk/>
            <pc:sldMk cId="468405176" sldId="256"/>
            <ac:spMk id="3" creationId="{00000000-0000-0000-0000-000000000000}"/>
          </ac:spMkLst>
        </pc:spChg>
        <pc:spChg chg="add">
          <ac:chgData name="Girija Attigeri [MAHE-MIT]" userId="1332c2fe-6edb-4c65-b06b-ad1adbc6cf1c" providerId="ADAL" clId="{7F368162-6DF0-4BEC-BA52-A5C689B503F5}" dt="2026-07-25T05:08:54.735" v="5" actId="26606"/>
          <ac:spMkLst>
            <pc:docMk/>
            <pc:sldMk cId="468405176" sldId="256"/>
            <ac:spMk id="8" creationId="{4522B21E-B2B9-4C72-9A71-C87EFD137480}"/>
          </ac:spMkLst>
        </pc:spChg>
        <pc:spChg chg="add">
          <ac:chgData name="Girija Attigeri [MAHE-MIT]" userId="1332c2fe-6edb-4c65-b06b-ad1adbc6cf1c" providerId="ADAL" clId="{7F368162-6DF0-4BEC-BA52-A5C689B503F5}" dt="2026-07-25T05:08:54.735" v="5" actId="26606"/>
          <ac:spMkLst>
            <pc:docMk/>
            <pc:sldMk cId="468405176" sldId="256"/>
            <ac:spMk id="10" creationId="{5EB7D2A2-F448-44D4-938C-DC84CBCB3B1E}"/>
          </ac:spMkLst>
        </pc:spChg>
        <pc:spChg chg="add">
          <ac:chgData name="Girija Attigeri [MAHE-MIT]" userId="1332c2fe-6edb-4c65-b06b-ad1adbc6cf1c" providerId="ADAL" clId="{7F368162-6DF0-4BEC-BA52-A5C689B503F5}" dt="2026-07-25T05:08:54.735" v="5" actId="26606"/>
          <ac:spMkLst>
            <pc:docMk/>
            <pc:sldMk cId="468405176" sldId="256"/>
            <ac:spMk id="12" creationId="{871AEA07-1E14-44B4-8E55-64EF049CD66F}"/>
          </ac:spMkLst>
        </pc:spChg>
        <pc:cxnChg chg="add">
          <ac:chgData name="Girija Attigeri [MAHE-MIT]" userId="1332c2fe-6edb-4c65-b06b-ad1adbc6cf1c" providerId="ADAL" clId="{7F368162-6DF0-4BEC-BA52-A5C689B503F5}" dt="2026-07-25T05:08:54.735" v="5" actId="26606"/>
          <ac:cxnSpMkLst>
            <pc:docMk/>
            <pc:sldMk cId="468405176" sldId="256"/>
            <ac:cxnSpMk id="14" creationId="{F7C8EA93-3210-4C62-99E9-153C275E3A87}"/>
          </ac:cxnSpMkLst>
        </pc:cxnChg>
      </pc:sldChg>
      <pc:sldChg chg="addSp delSp modSp mod setBg addAnim delAnim">
        <pc:chgData name="Girija Attigeri [MAHE-MIT]" userId="1332c2fe-6edb-4c65-b06b-ad1adbc6cf1c" providerId="ADAL" clId="{7F368162-6DF0-4BEC-BA52-A5C689B503F5}" dt="2026-07-25T05:10:43.034" v="31" actId="14100"/>
        <pc:sldMkLst>
          <pc:docMk/>
          <pc:sldMk cId="1805617347" sldId="257"/>
        </pc:sldMkLst>
        <pc:spChg chg="mod">
          <ac:chgData name="Girija Attigeri [MAHE-MIT]" userId="1332c2fe-6edb-4c65-b06b-ad1adbc6cf1c" providerId="ADAL" clId="{7F368162-6DF0-4BEC-BA52-A5C689B503F5}" dt="2026-07-25T05:10:39.038" v="29" actId="21"/>
          <ac:spMkLst>
            <pc:docMk/>
            <pc:sldMk cId="1805617347" sldId="257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0:43.034" v="31" actId="14100"/>
          <ac:spMkLst>
            <pc:docMk/>
            <pc:sldMk cId="1805617347" sldId="257"/>
            <ac:spMk id="3" creationId="{00000000-0000-0000-0000-000000000000}"/>
          </ac:spMkLst>
        </pc:spChg>
        <pc:spChg chg="add del">
          <ac:chgData name="Girija Attigeri [MAHE-MIT]" userId="1332c2fe-6edb-4c65-b06b-ad1adbc6cf1c" providerId="ADAL" clId="{7F368162-6DF0-4BEC-BA52-A5C689B503F5}" dt="2026-07-25T05:09:43.096" v="11" actId="26606"/>
          <ac:spMkLst>
            <pc:docMk/>
            <pc:sldMk cId="1805617347" sldId="257"/>
            <ac:spMk id="8" creationId="{DBF61EA3-B236-439E-9C0B-340980D56BEE}"/>
          </ac:spMkLst>
        </pc:spChg>
        <pc:spChg chg="add del">
          <ac:chgData name="Girija Attigeri [MAHE-MIT]" userId="1332c2fe-6edb-4c65-b06b-ad1adbc6cf1c" providerId="ADAL" clId="{7F368162-6DF0-4BEC-BA52-A5C689B503F5}" dt="2026-07-25T05:09:43.096" v="11" actId="26606"/>
          <ac:spMkLst>
            <pc:docMk/>
            <pc:sldMk cId="1805617347" sldId="257"/>
            <ac:spMk id="14" creationId="{E659831F-0D9A-4C63-9EBB-8435B85A440F}"/>
          </ac:spMkLst>
        </pc:spChg>
        <pc:spChg chg="add del">
          <ac:chgData name="Girija Attigeri [MAHE-MIT]" userId="1332c2fe-6edb-4c65-b06b-ad1adbc6cf1c" providerId="ADAL" clId="{7F368162-6DF0-4BEC-BA52-A5C689B503F5}" dt="2026-07-25T05:09:46.468" v="13" actId="26606"/>
          <ac:spMkLst>
            <pc:docMk/>
            <pc:sldMk cId="1805617347" sldId="257"/>
            <ac:spMk id="15" creationId="{D5B0017B-2ECA-49AF-B397-DC140825DF8D}"/>
          </ac:spMkLst>
        </pc:spChg>
        <pc:spChg chg="add del">
          <ac:chgData name="Girija Attigeri [MAHE-MIT]" userId="1332c2fe-6edb-4c65-b06b-ad1adbc6cf1c" providerId="ADAL" clId="{7F368162-6DF0-4BEC-BA52-A5C689B503F5}" dt="2026-07-25T05:09:46.468" v="13" actId="26606"/>
          <ac:spMkLst>
            <pc:docMk/>
            <pc:sldMk cId="1805617347" sldId="257"/>
            <ac:spMk id="16" creationId="{B6CDA21F-E7AF-4C75-8395-33F58D5B0E45}"/>
          </ac:spMkLst>
        </pc:spChg>
        <pc:grpChg chg="add del">
          <ac:chgData name="Girija Attigeri [MAHE-MIT]" userId="1332c2fe-6edb-4c65-b06b-ad1adbc6cf1c" providerId="ADAL" clId="{7F368162-6DF0-4BEC-BA52-A5C689B503F5}" dt="2026-07-25T05:09:43.096" v="11" actId="26606"/>
          <ac:grpSpMkLst>
            <pc:docMk/>
            <pc:sldMk cId="1805617347" sldId="257"/>
            <ac:grpSpMk id="10" creationId="{28FAF094-D087-493F-8DF9-A486C2D6BBAA}"/>
          </ac:grpSpMkLst>
        </pc:grpChg>
        <pc:grpChg chg="add del">
          <ac:chgData name="Girija Attigeri [MAHE-MIT]" userId="1332c2fe-6edb-4c65-b06b-ad1adbc6cf1c" providerId="ADAL" clId="{7F368162-6DF0-4BEC-BA52-A5C689B503F5}" dt="2026-07-25T05:09:46.468" v="13" actId="26606"/>
          <ac:grpSpMkLst>
            <pc:docMk/>
            <pc:sldMk cId="1805617347" sldId="257"/>
            <ac:grpSpMk id="18" creationId="{AE1C45F0-260A-458C-96ED-C1F6D2151219}"/>
          </ac:grpSpMkLst>
        </pc:grpChg>
        <pc:cxnChg chg="add del">
          <ac:chgData name="Girija Attigeri [MAHE-MIT]" userId="1332c2fe-6edb-4c65-b06b-ad1adbc6cf1c" providerId="ADAL" clId="{7F368162-6DF0-4BEC-BA52-A5C689B503F5}" dt="2026-07-25T05:09:46.468" v="13" actId="26606"/>
          <ac:cxnSpMkLst>
            <pc:docMk/>
            <pc:sldMk cId="1805617347" sldId="257"/>
            <ac:cxnSpMk id="17" creationId="{6CF1BAF6-AD41-4082-B212-8A1F9A2E8779}"/>
          </ac:cxnSpMkLst>
        </pc:cxnChg>
      </pc:sldChg>
      <pc:sldChg chg="modSp mod">
        <pc:chgData name="Girija Attigeri [MAHE-MIT]" userId="1332c2fe-6edb-4c65-b06b-ad1adbc6cf1c" providerId="ADAL" clId="{7F368162-6DF0-4BEC-BA52-A5C689B503F5}" dt="2026-07-25T05:11:58.230" v="43" actId="1076"/>
        <pc:sldMkLst>
          <pc:docMk/>
          <pc:sldMk cId="4216732597" sldId="258"/>
        </pc:sldMkLst>
        <pc:spChg chg="mod">
          <ac:chgData name="Girija Attigeri [MAHE-MIT]" userId="1332c2fe-6edb-4c65-b06b-ad1adbc6cf1c" providerId="ADAL" clId="{7F368162-6DF0-4BEC-BA52-A5C689B503F5}" dt="2026-07-25T05:11:53.353" v="41" actId="2710"/>
          <ac:spMkLst>
            <pc:docMk/>
            <pc:sldMk cId="4216732597" sldId="258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1:55.107" v="42" actId="6549"/>
          <ac:spMkLst>
            <pc:docMk/>
            <pc:sldMk cId="4216732597" sldId="258"/>
            <ac:spMk id="5" creationId="{00000000-0000-0000-0000-000000000000}"/>
          </ac:spMkLst>
        </pc:spChg>
        <pc:picChg chg="mod">
          <ac:chgData name="Girija Attigeri [MAHE-MIT]" userId="1332c2fe-6edb-4c65-b06b-ad1adbc6cf1c" providerId="ADAL" clId="{7F368162-6DF0-4BEC-BA52-A5C689B503F5}" dt="2026-07-25T05:11:58.230" v="43" actId="1076"/>
          <ac:picMkLst>
            <pc:docMk/>
            <pc:sldMk cId="4216732597" sldId="258"/>
            <ac:picMk id="6" creationId="{00000000-0000-0000-0000-000000000000}"/>
          </ac:picMkLst>
        </pc:picChg>
      </pc:sldChg>
      <pc:sldChg chg="delSp modSp mod">
        <pc:chgData name="Girija Attigeri [MAHE-MIT]" userId="1332c2fe-6edb-4c65-b06b-ad1adbc6cf1c" providerId="ADAL" clId="{7F368162-6DF0-4BEC-BA52-A5C689B503F5}" dt="2026-07-25T05:11:37.432" v="39" actId="1076"/>
        <pc:sldMkLst>
          <pc:docMk/>
          <pc:sldMk cId="1169901637" sldId="259"/>
        </pc:sldMkLst>
        <pc:spChg chg="mod">
          <ac:chgData name="Girija Attigeri [MAHE-MIT]" userId="1332c2fe-6edb-4c65-b06b-ad1adbc6cf1c" providerId="ADAL" clId="{7F368162-6DF0-4BEC-BA52-A5C689B503F5}" dt="2026-07-25T05:11:31.719" v="38" actId="1076"/>
          <ac:spMkLst>
            <pc:docMk/>
            <pc:sldMk cId="1169901637" sldId="259"/>
            <ac:spMk id="3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0:53.291" v="32" actId="2711"/>
          <ac:spMkLst>
            <pc:docMk/>
            <pc:sldMk cId="1169901637" sldId="259"/>
            <ac:spMk id="5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0:53.291" v="32" actId="2711"/>
          <ac:spMkLst>
            <pc:docMk/>
            <pc:sldMk cId="1169901637" sldId="259"/>
            <ac:spMk id="6" creationId="{00000000-0000-0000-0000-000000000000}"/>
          </ac:spMkLst>
        </pc:spChg>
        <pc:spChg chg="del mod">
          <ac:chgData name="Girija Attigeri [MAHE-MIT]" userId="1332c2fe-6edb-4c65-b06b-ad1adbc6cf1c" providerId="ADAL" clId="{7F368162-6DF0-4BEC-BA52-A5C689B503F5}" dt="2026-07-25T05:11:28.340" v="37" actId="478"/>
          <ac:spMkLst>
            <pc:docMk/>
            <pc:sldMk cId="1169901637" sldId="259"/>
            <ac:spMk id="8" creationId="{00000000-0000-0000-0000-000000000000}"/>
          </ac:spMkLst>
        </pc:spChg>
        <pc:picChg chg="mod">
          <ac:chgData name="Girija Attigeri [MAHE-MIT]" userId="1332c2fe-6edb-4c65-b06b-ad1adbc6cf1c" providerId="ADAL" clId="{7F368162-6DF0-4BEC-BA52-A5C689B503F5}" dt="2026-07-25T05:11:37.432" v="39" actId="1076"/>
          <ac:picMkLst>
            <pc:docMk/>
            <pc:sldMk cId="1169901637" sldId="259"/>
            <ac:picMk id="4" creationId="{00000000-0000-0000-0000-000000000000}"/>
          </ac:picMkLst>
        </pc:picChg>
      </pc:sldChg>
      <pc:sldChg chg="addSp modSp mod setBg">
        <pc:chgData name="Girija Attigeri [MAHE-MIT]" userId="1332c2fe-6edb-4c65-b06b-ad1adbc6cf1c" providerId="ADAL" clId="{7F368162-6DF0-4BEC-BA52-A5C689B503F5}" dt="2026-07-25T05:09:10.849" v="7" actId="26606"/>
        <pc:sldMkLst>
          <pc:docMk/>
          <pc:sldMk cId="2545494553" sldId="260"/>
        </pc:sldMkLst>
        <pc:spChg chg="mod">
          <ac:chgData name="Girija Attigeri [MAHE-MIT]" userId="1332c2fe-6edb-4c65-b06b-ad1adbc6cf1c" providerId="ADAL" clId="{7F368162-6DF0-4BEC-BA52-A5C689B503F5}" dt="2026-07-25T05:09:10.849" v="7" actId="26606"/>
          <ac:spMkLst>
            <pc:docMk/>
            <pc:sldMk cId="2545494553" sldId="260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09:10.849" v="7" actId="26606"/>
          <ac:spMkLst>
            <pc:docMk/>
            <pc:sldMk cId="2545494553" sldId="260"/>
            <ac:spMk id="3" creationId="{00000000-0000-0000-0000-000000000000}"/>
          </ac:spMkLst>
        </pc:spChg>
        <pc:spChg chg="add">
          <ac:chgData name="Girija Attigeri [MAHE-MIT]" userId="1332c2fe-6edb-4c65-b06b-ad1adbc6cf1c" providerId="ADAL" clId="{7F368162-6DF0-4BEC-BA52-A5C689B503F5}" dt="2026-07-25T05:09:10.849" v="7" actId="26606"/>
          <ac:spMkLst>
            <pc:docMk/>
            <pc:sldMk cId="2545494553" sldId="260"/>
            <ac:spMk id="8" creationId="{B6CDA21F-E7AF-4C75-8395-33F58D5B0E45}"/>
          </ac:spMkLst>
        </pc:spChg>
        <pc:spChg chg="add">
          <ac:chgData name="Girija Attigeri [MAHE-MIT]" userId="1332c2fe-6edb-4c65-b06b-ad1adbc6cf1c" providerId="ADAL" clId="{7F368162-6DF0-4BEC-BA52-A5C689B503F5}" dt="2026-07-25T05:09:10.849" v="7" actId="26606"/>
          <ac:spMkLst>
            <pc:docMk/>
            <pc:sldMk cId="2545494553" sldId="260"/>
            <ac:spMk id="15" creationId="{D5B0017B-2ECA-49AF-B397-DC140825DF8D}"/>
          </ac:spMkLst>
        </pc:spChg>
        <pc:grpChg chg="add">
          <ac:chgData name="Girija Attigeri [MAHE-MIT]" userId="1332c2fe-6edb-4c65-b06b-ad1adbc6cf1c" providerId="ADAL" clId="{7F368162-6DF0-4BEC-BA52-A5C689B503F5}" dt="2026-07-25T05:09:10.849" v="7" actId="26606"/>
          <ac:grpSpMkLst>
            <pc:docMk/>
            <pc:sldMk cId="2545494553" sldId="260"/>
            <ac:grpSpMk id="10" creationId="{AE1C45F0-260A-458C-96ED-C1F6D2151219}"/>
          </ac:grpSpMkLst>
        </pc:grpChg>
        <pc:cxnChg chg="add">
          <ac:chgData name="Girija Attigeri [MAHE-MIT]" userId="1332c2fe-6edb-4c65-b06b-ad1adbc6cf1c" providerId="ADAL" clId="{7F368162-6DF0-4BEC-BA52-A5C689B503F5}" dt="2026-07-25T05:09:10.849" v="7" actId="26606"/>
          <ac:cxnSpMkLst>
            <pc:docMk/>
            <pc:sldMk cId="2545494553" sldId="260"/>
            <ac:cxnSpMk id="17" creationId="{6CF1BAF6-AD41-4082-B212-8A1F9A2E8779}"/>
          </ac:cxnSpMkLst>
        </pc:cxnChg>
      </pc:sldChg>
      <pc:sldChg chg="modSp mod">
        <pc:chgData name="Girija Attigeri [MAHE-MIT]" userId="1332c2fe-6edb-4c65-b06b-ad1adbc6cf1c" providerId="ADAL" clId="{7F368162-6DF0-4BEC-BA52-A5C689B503F5}" dt="2026-07-25T05:12:16.826" v="48" actId="6549"/>
        <pc:sldMkLst>
          <pc:docMk/>
          <pc:sldMk cId="449052628" sldId="261"/>
        </pc:sldMkLst>
        <pc:spChg chg="mod">
          <ac:chgData name="Girija Attigeri [MAHE-MIT]" userId="1332c2fe-6edb-4c65-b06b-ad1adbc6cf1c" providerId="ADAL" clId="{7F368162-6DF0-4BEC-BA52-A5C689B503F5}" dt="2026-07-25T05:12:16.826" v="48" actId="6549"/>
          <ac:spMkLst>
            <pc:docMk/>
            <pc:sldMk cId="449052628" sldId="261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11.123" v="45" actId="2710"/>
          <ac:spMkLst>
            <pc:docMk/>
            <pc:sldMk cId="449052628" sldId="261"/>
            <ac:spMk id="3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2:36.616" v="52" actId="6549"/>
        <pc:sldMkLst>
          <pc:docMk/>
          <pc:sldMk cId="794032333" sldId="262"/>
        </pc:sldMkLst>
        <pc:spChg chg="mod">
          <ac:chgData name="Girija Attigeri [MAHE-MIT]" userId="1332c2fe-6edb-4c65-b06b-ad1adbc6cf1c" providerId="ADAL" clId="{7F368162-6DF0-4BEC-BA52-A5C689B503F5}" dt="2026-07-25T05:12:36.616" v="52" actId="6549"/>
          <ac:spMkLst>
            <pc:docMk/>
            <pc:sldMk cId="794032333" sldId="262"/>
            <ac:spMk id="3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34.085" v="50" actId="2710"/>
          <ac:spMkLst>
            <pc:docMk/>
            <pc:sldMk cId="794032333" sldId="262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34.085" v="50" actId="2710"/>
          <ac:spMkLst>
            <pc:docMk/>
            <pc:sldMk cId="794032333" sldId="262"/>
            <ac:spMk id="5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34.085" v="50" actId="2710"/>
          <ac:spMkLst>
            <pc:docMk/>
            <pc:sldMk cId="794032333" sldId="262"/>
            <ac:spMk id="6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34.085" v="50" actId="2710"/>
          <ac:spMkLst>
            <pc:docMk/>
            <pc:sldMk cId="794032333" sldId="262"/>
            <ac:spMk id="7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2:52.671" v="54" actId="2710"/>
        <pc:sldMkLst>
          <pc:docMk/>
          <pc:sldMk cId="3154294011" sldId="263"/>
        </pc:sldMkLst>
        <pc:spChg chg="mod">
          <ac:chgData name="Girija Attigeri [MAHE-MIT]" userId="1332c2fe-6edb-4c65-b06b-ad1adbc6cf1c" providerId="ADAL" clId="{7F368162-6DF0-4BEC-BA52-A5C689B503F5}" dt="2026-07-25T05:12:52.671" v="54" actId="2710"/>
          <ac:spMkLst>
            <pc:docMk/>
            <pc:sldMk cId="3154294011" sldId="263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52.671" v="54" actId="2710"/>
          <ac:spMkLst>
            <pc:docMk/>
            <pc:sldMk cId="3154294011" sldId="263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52.671" v="54" actId="2710"/>
          <ac:spMkLst>
            <pc:docMk/>
            <pc:sldMk cId="3154294011" sldId="263"/>
            <ac:spMk id="5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52.671" v="54" actId="2710"/>
          <ac:spMkLst>
            <pc:docMk/>
            <pc:sldMk cId="3154294011" sldId="263"/>
            <ac:spMk id="6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2:52.671" v="54" actId="2710"/>
          <ac:spMkLst>
            <pc:docMk/>
            <pc:sldMk cId="3154294011" sldId="263"/>
            <ac:spMk id="7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3:39.646" v="66" actId="14100"/>
        <pc:sldMkLst>
          <pc:docMk/>
          <pc:sldMk cId="1401749739" sldId="264"/>
        </pc:sldMkLst>
        <pc:spChg chg="mod">
          <ac:chgData name="Girija Attigeri [MAHE-MIT]" userId="1332c2fe-6edb-4c65-b06b-ad1adbc6cf1c" providerId="ADAL" clId="{7F368162-6DF0-4BEC-BA52-A5C689B503F5}" dt="2026-07-25T05:13:11.643" v="57" actId="21"/>
          <ac:spMkLst>
            <pc:docMk/>
            <pc:sldMk cId="1401749739" sldId="264"/>
            <ac:spMk id="3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3:25.968" v="63" actId="404"/>
          <ac:spMkLst>
            <pc:docMk/>
            <pc:sldMk cId="1401749739" sldId="264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3:39.646" v="66" actId="14100"/>
          <ac:spMkLst>
            <pc:docMk/>
            <pc:sldMk cId="1401749739" sldId="264"/>
            <ac:spMk id="5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3:18.224" v="61" actId="14100"/>
          <ac:spMkLst>
            <pc:docMk/>
            <pc:sldMk cId="1401749739" sldId="264"/>
            <ac:spMk id="6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4:42.744" v="79" actId="404"/>
        <pc:sldMkLst>
          <pc:docMk/>
          <pc:sldMk cId="2605747952" sldId="265"/>
        </pc:sldMkLst>
        <pc:spChg chg="mod">
          <ac:chgData name="Girija Attigeri [MAHE-MIT]" userId="1332c2fe-6edb-4c65-b06b-ad1adbc6cf1c" providerId="ADAL" clId="{7F368162-6DF0-4BEC-BA52-A5C689B503F5}" dt="2026-07-25T05:14:07.491" v="71" actId="14100"/>
          <ac:spMkLst>
            <pc:docMk/>
            <pc:sldMk cId="2605747952" sldId="265"/>
            <ac:spMk id="3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4:15.355" v="73" actId="404"/>
          <ac:spMkLst>
            <pc:docMk/>
            <pc:sldMk cId="2605747952" sldId="265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4:33.235" v="77" actId="1076"/>
          <ac:spMkLst>
            <pc:docMk/>
            <pc:sldMk cId="2605747952" sldId="265"/>
            <ac:spMk id="5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4:36.838" v="78" actId="404"/>
          <ac:spMkLst>
            <pc:docMk/>
            <pc:sldMk cId="2605747952" sldId="265"/>
            <ac:spMk id="6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4:42.744" v="79" actId="404"/>
          <ac:spMkLst>
            <pc:docMk/>
            <pc:sldMk cId="2605747952" sldId="265"/>
            <ac:spMk id="7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6:14.734" v="93" actId="207"/>
        <pc:sldMkLst>
          <pc:docMk/>
          <pc:sldMk cId="3042001356" sldId="266"/>
        </pc:sldMkLst>
        <pc:spChg chg="mod">
          <ac:chgData name="Girija Attigeri [MAHE-MIT]" userId="1332c2fe-6edb-4c65-b06b-ad1adbc6cf1c" providerId="ADAL" clId="{7F368162-6DF0-4BEC-BA52-A5C689B503F5}" dt="2026-07-25T05:15:07.129" v="84" actId="404"/>
          <ac:spMkLst>
            <pc:docMk/>
            <pc:sldMk cId="3042001356" sldId="266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5:03.200" v="82" actId="14100"/>
          <ac:spMkLst>
            <pc:docMk/>
            <pc:sldMk cId="3042001356" sldId="266"/>
            <ac:spMk id="3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6:14.734" v="93" actId="207"/>
          <ac:spMkLst>
            <pc:docMk/>
            <pc:sldMk cId="3042001356" sldId="266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5:45.005" v="91" actId="1076"/>
          <ac:spMkLst>
            <pc:docMk/>
            <pc:sldMk cId="3042001356" sldId="266"/>
            <ac:spMk id="5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6:32.254" v="97" actId="14100"/>
        <pc:sldMkLst>
          <pc:docMk/>
          <pc:sldMk cId="256067240" sldId="267"/>
        </pc:sldMkLst>
        <pc:spChg chg="mod">
          <ac:chgData name="Girija Attigeri [MAHE-MIT]" userId="1332c2fe-6edb-4c65-b06b-ad1adbc6cf1c" providerId="ADAL" clId="{7F368162-6DF0-4BEC-BA52-A5C689B503F5}" dt="2026-07-25T05:16:27.213" v="96" actId="6549"/>
          <ac:spMkLst>
            <pc:docMk/>
            <pc:sldMk cId="256067240" sldId="267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6:32.254" v="97" actId="14100"/>
          <ac:spMkLst>
            <pc:docMk/>
            <pc:sldMk cId="256067240" sldId="267"/>
            <ac:spMk id="3" creationId="{00000000-0000-0000-0000-000000000000}"/>
          </ac:spMkLst>
        </pc:spChg>
      </pc:sldChg>
      <pc:sldChg chg="modSp mod">
        <pc:chgData name="Girija Attigeri [MAHE-MIT]" userId="1332c2fe-6edb-4c65-b06b-ad1adbc6cf1c" providerId="ADAL" clId="{7F368162-6DF0-4BEC-BA52-A5C689B503F5}" dt="2026-07-25T05:17:55.649" v="109" actId="1076"/>
        <pc:sldMkLst>
          <pc:docMk/>
          <pc:sldMk cId="300399476" sldId="268"/>
        </pc:sldMkLst>
        <pc:spChg chg="mod">
          <ac:chgData name="Girija Attigeri [MAHE-MIT]" userId="1332c2fe-6edb-4c65-b06b-ad1adbc6cf1c" providerId="ADAL" clId="{7F368162-6DF0-4BEC-BA52-A5C689B503F5}" dt="2026-07-25T05:17:02.534" v="102" actId="14100"/>
          <ac:spMkLst>
            <pc:docMk/>
            <pc:sldMk cId="300399476" sldId="268"/>
            <ac:spMk id="2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6:48.078" v="99" actId="2710"/>
          <ac:spMkLst>
            <pc:docMk/>
            <pc:sldMk cId="300399476" sldId="268"/>
            <ac:spMk id="3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7:55.649" v="109" actId="1076"/>
          <ac:spMkLst>
            <pc:docMk/>
            <pc:sldMk cId="300399476" sldId="268"/>
            <ac:spMk id="4" creationId="{00000000-0000-0000-0000-000000000000}"/>
          </ac:spMkLst>
        </pc:spChg>
        <pc:spChg chg="mod">
          <ac:chgData name="Girija Attigeri [MAHE-MIT]" userId="1332c2fe-6edb-4c65-b06b-ad1adbc6cf1c" providerId="ADAL" clId="{7F368162-6DF0-4BEC-BA52-A5C689B503F5}" dt="2026-07-25T05:17:52.936" v="108" actId="1076"/>
          <ac:spMkLst>
            <pc:docMk/>
            <pc:sldMk cId="300399476" sldId="26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1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0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7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4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10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40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67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24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41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91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0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536E8-9332-4980-8500-79F6252FA45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7E989-F19C-4750-877C-01E61E4D2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6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WEEK-01</a:t>
            </a:r>
            <a:endParaRPr lang="en-IN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BASICS- MACHINE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40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</a:rPr>
              <a:t>COMMA SEPARATED VALUES (CSV)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</a:rPr>
              <a:t>CSV FILE IN PYTHON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</a:rPr>
              <a:t>CSV FILES WITH PANDAS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</a:rPr>
              <a:t>IMPORTANT LIBRARIES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49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623" y="1015091"/>
            <a:ext cx="1151614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files are widely used for </a:t>
            </a:r>
            <a:r>
              <a:rPr lang="en-US" sz="2000" b="0" i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storing tabular data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a 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efficient way to organize data in a plain text format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compatible with </a:t>
            </a:r>
            <a:r>
              <a:rPr lang="en-US" sz="2000" b="0" i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various software applications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Microsoft Excel.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CSV files can be 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easily edited and manipulated using spreadsheet software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0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allowing you to make quick changes to your data without the need for complex coding or programming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files serve a number of different purposes.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users export a high volume of data to a more concentrated database.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have following advantages: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files are plain-text files, making them easier for users to create.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they’re plain text, they’re easier to import into a spreadsheet or another storage database, regardless of the specific software you’re using.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better organizes large amounts of data.</a:t>
            </a:r>
          </a:p>
          <a:p>
            <a:pPr algn="just">
              <a:spcBef>
                <a:spcPts val="600"/>
              </a:spcBef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 </a:t>
            </a: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623" y="370935"/>
            <a:ext cx="1011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CSV files are useful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0561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1041" y="2420"/>
            <a:ext cx="11516139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CSV File?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CSV is a text file, so it can be created and edited using any text editor (like Notepad).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frequently, however, a CSV file is created by exporting (File &gt; Export) a spreadsheet or database in the program that created it.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Notepad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CSV file with a text editor, first choose your favourite text editor, such as Notepad, and open a new file. 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enter the text data you want the file to contain, separating each value with a comma and each row with a new line.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969" y="3314006"/>
            <a:ext cx="3131738" cy="14650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25414" y="3345522"/>
            <a:ext cx="73220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this file with the extension </a:t>
            </a:r>
            <a:r>
              <a:rPr lang="en-US" sz="2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.csv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then open the file using Microsoft Excel or any other spreadsheet program. </a:t>
            </a:r>
            <a:endParaRPr lang="en-IN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2781" y="4810540"/>
            <a:ext cx="5224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would create a table of data similar to the following: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81" y="5108948"/>
            <a:ext cx="7951706" cy="156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37253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endParaRPr lang="en-IN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00110"/>
            <a:ext cx="12032974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Spreadsheet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CSV file using spreadsheet software (like Microsoft Excel), launch the program and then enter the data in cells (each value in a separate cell and each row with a new row).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entering the data click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choose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As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Under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as type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select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CSV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save the file.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08" y="2420199"/>
            <a:ext cx="6129941" cy="430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3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522" y="400110"/>
            <a:ext cx="11926955" cy="6500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CSV File in Python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working CSV files in python, there is an inbuilt module named csv.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a CSV module to handle CSV files.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read/write data, you need to loop through rows of the CSV. 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module 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classes </a:t>
            </a:r>
            <a:r>
              <a:rPr lang="en-US" sz="2000" b="0" i="1" u="sng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read and write tabular data in CSV format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programmers to say “</a:t>
            </a:r>
            <a:r>
              <a:rPr lang="en-US" sz="2000" b="0" i="0" u="sng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the data in the format preferred by Excel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”, or “</a:t>
            </a:r>
            <a:r>
              <a:rPr lang="en-US" sz="2000" b="1" i="0" u="sng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data from this file which was generated by Excel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”, without knowing the precise details of the CSV format used by Excel.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Programmers can also describe the CSV  formats understood by other applications or define their own special-purpose CSV formats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pull the information from CSV files you use loop and split methods to get the data from individual columns.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CSV module explicitly exists to handle this task, making it much easier to deal with CSV formatted files.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especially important when you are working with data that’s been exported from actual spreadsheets and databases to text files.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can be tough to read on its own.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303474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 IN PYTHON</a:t>
            </a:r>
          </a:p>
        </p:txBody>
      </p:sp>
    </p:spTree>
    <p:extLst>
      <p:ext uri="{BB962C8B-B14F-4D97-AF65-F5344CB8AC3E}">
        <p14:creationId xmlns:p14="http://schemas.microsoft.com/office/powerpoint/2010/main" val="44905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017" y="400110"/>
            <a:ext cx="11847444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CSV Files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read data from a CSV file, you must use the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reader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 to generate a reader object.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reader function is developed to take each wow of the file and make a list of all columns.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Then, you have to choose the column you want the variable for. 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it better, let’s consider the following example. Let the data.csv contains the following data: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language, Designed by, Appeared, Extension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 Guido van Rossum, 1991, .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en-US" sz="2000" b="0" i="0" dirty="0"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Java, James Gosling, 1995, .java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C++, Bjarne 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Stroustrup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1983, .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endParaRPr lang="en-US" sz="2000" b="0" i="0" dirty="0"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5894" y="4200252"/>
            <a:ext cx="6553200" cy="28069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#import necessary modules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csv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open('/home/student/Documents/data.csv', 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as f: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csv.reader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row in data: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print(row)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156" y="4837403"/>
            <a:ext cx="4903305" cy="15567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3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execute the program above, the output will be:</a:t>
            </a:r>
          </a:p>
          <a:p>
            <a:pPr>
              <a:lnSpc>
                <a:spcPct val="150000"/>
              </a:lnSpc>
            </a:pPr>
            <a:r>
              <a:rPr lang="en-IN" sz="13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[‘Programming language; Designed by; Appeared; Extension’]</a:t>
            </a:r>
          </a:p>
          <a:p>
            <a:pPr>
              <a:lnSpc>
                <a:spcPct val="150000"/>
              </a:lnSpc>
            </a:pPr>
            <a:r>
              <a:rPr lang="en-IN" sz="13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[‘Python; Guido van Rossum; 1991; .</a:t>
            </a:r>
            <a:r>
              <a:rPr lang="en-IN" sz="13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IN" sz="13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’]</a:t>
            </a:r>
          </a:p>
          <a:p>
            <a:pPr>
              <a:lnSpc>
                <a:spcPct val="150000"/>
              </a:lnSpc>
            </a:pPr>
            <a:r>
              <a:rPr lang="en-IN" sz="13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[‘Java; James Gosling; 1995; .java’]</a:t>
            </a:r>
          </a:p>
          <a:p>
            <a:pPr>
              <a:lnSpc>
                <a:spcPct val="150000"/>
              </a:lnSpc>
            </a:pPr>
            <a:r>
              <a:rPr lang="en-IN" sz="13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[‘C++; Bjarne Stroustrup;1983;.cpp’]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705599" y="5211428"/>
            <a:ext cx="318052" cy="3445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303474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 IN PYTHON</a:t>
            </a:r>
          </a:p>
        </p:txBody>
      </p:sp>
    </p:spTree>
    <p:extLst>
      <p:ext uri="{BB962C8B-B14F-4D97-AF65-F5344CB8AC3E}">
        <p14:creationId xmlns:p14="http://schemas.microsoft.com/office/powerpoint/2010/main" val="79403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277" y="400110"/>
            <a:ext cx="11834191" cy="1329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CSV file as a Dictionary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 </a:t>
            </a:r>
            <a:r>
              <a:rPr lang="en-US" b="1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DictReader</a:t>
            </a: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read CSV files.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interpreted as a dictionary where the header row is 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key, and the other rows are the values.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32822" y="1679292"/>
            <a:ext cx="7749208" cy="2345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#import necessary modules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csv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csv.DictReader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(open("/home/student/Documents/data.csv",'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raw in reader: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print(raw)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372" y="4167957"/>
            <a:ext cx="11430000" cy="18947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of this code is:</a:t>
            </a: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OrderedDict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([(‘Programming language’, ‘Python’), (‘Designed by’, ‘Guido van Rossum’), (‘ Appeared’, ‘ 1991’), (‘ Extension’, ‘ 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’)])</a:t>
            </a: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OrderedDict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([(‘Programming language’, ‘Java’), (‘Designed by’, ‘James Gosling’), (‘ Appeared’, ‘ 1995’), (‘ Extension’, ‘ .java’)])</a:t>
            </a: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OrderedDict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([(‘Programming language’, ‘C++’), (‘Designed by’, ‘ Bjarne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Stroustrup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’), (‘ Appeared’, ‘ 1985’), (‘ Extension’, ‘ 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’)])</a:t>
            </a:r>
          </a:p>
        </p:txBody>
      </p:sp>
      <p:sp>
        <p:nvSpPr>
          <p:cNvPr id="6" name="Down Arrow 5"/>
          <p:cNvSpPr/>
          <p:nvPr/>
        </p:nvSpPr>
        <p:spPr>
          <a:xfrm>
            <a:off x="6294782" y="3442257"/>
            <a:ext cx="225287" cy="5939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303474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 IN PYTHON</a:t>
            </a:r>
          </a:p>
        </p:txBody>
      </p:sp>
    </p:spTree>
    <p:extLst>
      <p:ext uri="{BB962C8B-B14F-4D97-AF65-F5344CB8AC3E}">
        <p14:creationId xmlns:p14="http://schemas.microsoft.com/office/powerpoint/2010/main" val="315429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20598"/>
            <a:ext cx="11900452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have a set of data that you would like to store in a CSV file you have to use the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writer()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iterate the data over the rows, you have to use the </a:t>
            </a:r>
            <a:r>
              <a:rPr lang="en-US" sz="2000" b="1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writerow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example. We write the data into a file “writeData.csv” where the delimiter is an apostrophe.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7319" y="2259590"/>
            <a:ext cx="10999307" cy="3366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#import necessary modules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csv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open ("/home/student/Documents/data1.csv",mode='w') as file: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writer=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csv.writer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file,delimiter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=',',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quotechar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='"',quoting=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csv.QUOTE_MINIMAL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writer.writerow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(['Programming Language', 'Designed by', 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Appeared','Extension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writer.writerow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(['Python', 'Guido Van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'1991','.py'])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writer.writerow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(['Java', 'James Gosling', '1995','.java'])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writer.writerow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(['C++', 'Bjarne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Stroupstrup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'1985','.cpp'])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9049" y="4621454"/>
            <a:ext cx="5686559" cy="212006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in the csv file is: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language, Designed by, Appeared, Extension 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 Guido van Rossum, 1991, .</a:t>
            </a:r>
            <a:r>
              <a:rPr lang="en-IN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en-IN" b="0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Java, James Gosling, 1995, .java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C++, Bjarne Stroustrup,1983,.cpp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6096000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 IN PYTHON: </a:t>
            </a:r>
            <a:r>
              <a:rPr 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CSV Files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74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813540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FILES WITH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00110"/>
            <a:ext cx="12085983" cy="1658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CSV Files with Pandas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is an open-source library that allows you to import CSV in Python and perform data manipulation.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provide an easy way to create, manipulate and delete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the CSV into a pandas </a:t>
            </a:r>
            <a:r>
              <a:rPr lang="en-US" sz="16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very quick and easy: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9843" y="1996227"/>
            <a:ext cx="7460974" cy="1704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#import necessary modules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pandas.read_csv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((‘/home/student/Documents/data1.csv')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843" y="3638509"/>
            <a:ext cx="7500730" cy="19354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 of the above will be: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language, Designed by, Appeared, Extension 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    Python, Guido van Rossum, 1991, .</a:t>
            </a:r>
            <a:r>
              <a:rPr lang="en-US" sz="16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en-US" sz="1600" b="0" i="0" dirty="0"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    Java, James Gosling, 1995, .java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    C++, Bjarne Stroustrup,1983,.cpp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70694"/>
            <a:ext cx="12099235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very easy to read CSV files using pandas.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just three lines of code, you get the same result as earlier.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know that the first line of the CSV contains column names, and it will use them automatically.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74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77040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FILES WITH PANDAS</a:t>
            </a:r>
          </a:p>
        </p:txBody>
      </p:sp>
      <p:sp>
        <p:nvSpPr>
          <p:cNvPr id="2" name="Rectangle 1"/>
          <p:cNvSpPr/>
          <p:nvPr/>
        </p:nvSpPr>
        <p:spPr>
          <a:xfrm>
            <a:off x="-1" y="400110"/>
            <a:ext cx="12099235" cy="1987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 CSV Files With Pandas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 to a CSV file with Pandas is as easy as reading.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First, you must create a </a:t>
            </a:r>
            <a:r>
              <a:rPr lang="en-US" sz="16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write the data in it.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export the data from the </a:t>
            </a:r>
            <a:r>
              <a:rPr lang="en-US" sz="16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 CSV file.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code does the same: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0" y="2315739"/>
            <a:ext cx="11754678" cy="34588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pandas import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C={'Programming Language':['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Python','Java','C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++'],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'Designed by':['Guido Van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Rossam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','James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Gosling','Bjarne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Stroupstrup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'Appeared':['1991','1995','1985'],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'Extension':['.py','.java','.cpp'],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C,columns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=['Programming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Language','Designed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by','Appeared','Extension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export_csv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df.to_csv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(r'/home/student/Documents/data2.csv',index=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None,header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42205" y="5324756"/>
            <a:ext cx="4849795" cy="13315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the above code will be the following CSS file:</a:t>
            </a:r>
          </a:p>
          <a:p>
            <a:pPr>
              <a:lnSpc>
                <a:spcPct val="150000"/>
              </a:lnSpc>
            </a:pPr>
            <a:r>
              <a:rPr lang="en-US" sz="11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language, Designed by, Appeared, Extension</a:t>
            </a:r>
          </a:p>
          <a:p>
            <a:pPr>
              <a:lnSpc>
                <a:spcPct val="150000"/>
              </a:lnSpc>
            </a:pPr>
            <a:r>
              <a:rPr lang="en-US" sz="11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    Python, Guido van Rossum, 1991, .</a:t>
            </a:r>
            <a:r>
              <a:rPr lang="en-US" sz="1100" b="0" i="0" dirty="0" err="1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en-US" sz="1100" b="0" i="0" dirty="0"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    Java, James Gosling, 1995, .java</a:t>
            </a:r>
          </a:p>
          <a:p>
            <a:pPr>
              <a:lnSpc>
                <a:spcPct val="150000"/>
              </a:lnSpc>
            </a:pPr>
            <a:r>
              <a:rPr lang="en-US" sz="11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    C++, Bjarne Stroustrup,1983,.cpp</a:t>
            </a:r>
          </a:p>
        </p:txBody>
      </p:sp>
    </p:spTree>
    <p:extLst>
      <p:ext uri="{BB962C8B-B14F-4D97-AF65-F5344CB8AC3E}">
        <p14:creationId xmlns:p14="http://schemas.microsoft.com/office/powerpoint/2010/main" val="304200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270" y="600383"/>
            <a:ext cx="11953460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now you know how to use the method ‘csv’ and also read and write data in CSV format.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files are widely used in software applications because they are easy to read and manage, and their small size makes them relatively fast for processing and transmission.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csv module provides various functions and classes which allow you to read and write easily.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is the best way for saving, viewing, and sending data. Pandas is also a great alternative to reading CSV files.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Actually, it isn’t as hard to learn as it seems at the beginning. But with a little practice, you’ll master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0"/>
            <a:ext cx="529661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FILES WITH PANDAS</a:t>
            </a:r>
          </a:p>
        </p:txBody>
      </p:sp>
    </p:spTree>
    <p:extLst>
      <p:ext uri="{BB962C8B-B14F-4D97-AF65-F5344CB8AC3E}">
        <p14:creationId xmlns:p14="http://schemas.microsoft.com/office/powerpoint/2010/main" val="25606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563374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LIBRARIES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1635" y="742266"/>
            <a:ext cx="2782956" cy="2806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1068" y="742266"/>
            <a:ext cx="2782956" cy="32686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$pip install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$pip install pandas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$pip install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$pip install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$pip install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$pip install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0501" y="742266"/>
            <a:ext cx="4161185" cy="501194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at UBUNTU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terminal and type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spyder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Console type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99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0209" y="2941983"/>
            <a:ext cx="54996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43572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</TotalTime>
  <Words>1773</Words>
  <Application>Microsoft Office PowerPoint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WEEK-01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WEEK-01</dc:title>
  <dc:creator>MAHE-MIT-00</dc:creator>
  <cp:lastModifiedBy>Girija Attigeri [MAHE-MIT]</cp:lastModifiedBy>
  <cp:revision>35</cp:revision>
  <dcterms:created xsi:type="dcterms:W3CDTF">2023-07-24T21:27:56Z</dcterms:created>
  <dcterms:modified xsi:type="dcterms:W3CDTF">2026-07-25T05:18:01Z</dcterms:modified>
</cp:coreProperties>
</file>